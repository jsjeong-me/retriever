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8" autoAdjust="0"/>
    <p:restoredTop sz="94660"/>
  </p:normalViewPr>
  <p:slideViewPr>
    <p:cSldViewPr snapToGrid="0">
      <p:cViewPr varScale="1">
        <p:scale>
          <a:sx n="86" d="100"/>
          <a:sy n="86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E2174-8674-93F0-07C8-C6EF9865E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852539-0EF6-66DD-6C30-2EDEA52D7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7B8435-71BD-66FC-A64D-208AB8F4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896E88-0306-DDB0-0892-A55E6B1A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93CC7-3B72-7370-9FA7-F7BA4095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76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D9FF1-6D98-34C7-D961-31934265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896EF-0A1C-B56D-3847-0B775773C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6F458C-2FC1-FEF7-868E-6C023BA98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E69924-5A78-3C6B-3733-0565256B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1DF381-A60F-4AAF-BA6C-28B9994A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651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5A08C-574A-6F33-AE4E-39F8DD9A1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A5BF75-1E13-FBEE-CB80-4D205A2D0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70EC6F-4964-A66C-C4E3-1E89CF39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031410-019E-6A06-842B-FE010A017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DED1E6-A616-802B-557D-57341532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0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98FB0-A5BF-8E0C-99BE-C381080E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39D682-BB6B-A26C-36CB-2D9D1B0CD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AE7288-9E44-1744-4527-2DF88083F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21202A-FC7D-86C9-8162-F5EA4623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01BF42-0FCF-B1D9-0D39-6DE4DD3F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87139B-CAF7-0D58-34DA-9EBA961E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29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AEE2C-2F07-FD98-2A08-9A4FFAB1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EEA25F-5C07-DA0A-A0D5-1B4E0EEFE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ABBCB4-6770-B8CF-6D99-469736DD6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28E022-49E7-4445-1782-F329D5359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B1BFA2-3AD2-BD4A-5175-7B2E316F4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C8AA71-C569-DFEB-F0E2-A1342903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31EAE2-F79A-04BE-D02F-90D0FACD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3CF90F-6C28-FE4A-08ED-0B6F930D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47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5102DC-BC20-8BC6-D9FD-2DEAD34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3498F8-5D6C-E1F8-C837-99920BE6D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30B527-7D99-D4B2-AA56-BCE4BF8A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B1840B-F10A-D409-1583-B31B2C61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96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B56764-3152-A3FB-1E0D-07C372F4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198FFB-465A-67BD-7E82-0F37C72B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B5C9E4-8455-B507-F5B9-921944B0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777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48D0E-A502-61B5-1530-CADADF61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D67F05-27A6-6462-2D24-35F97C65D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CDA212-F159-6B49-B952-CACD29B02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72256E-E3E8-D33A-B042-AC57CFD05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0BD226-1B0B-9ADD-865D-04558D38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DCF934-897C-7416-3BCC-6E5CC893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05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D82E9-480D-E97C-FFEA-FEB8E7A87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3620E5-142F-A2B6-371D-34F978474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6FB81D-63A6-B231-5543-BE9572789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024122-9660-9DCD-7AE8-8026FA58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42E8BD-E5C1-4700-904B-0256DA11A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2A1075-EB80-1744-27DA-E34D590F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358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2D631-2AB9-9982-83E2-DAF3892AB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E0761C-5656-9567-4609-7E48CD909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74098-1483-DD9D-6A21-008E2AB7D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FAC957-D8EC-F6C3-A1F2-DBC7394BC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011CF1-F24F-EB54-D599-AF6FD8A0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64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A8DC47-2345-D452-962B-887B8507C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B9B28C-766A-524C-46B9-A98647FBA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22374-C65F-16C5-A091-A929CFD2C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09C84B-E70A-16B8-D98F-1DDBCBB1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8DD81C-3844-A3D4-CB9D-A3331943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80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7EF613-83A3-A663-CF8C-BAFFECC38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DDA30E-82E4-F653-0C5A-B2F777D49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D35D6A-68BB-FBE4-15AC-31DDFA04C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63020-03F6-4120-B3C2-9C374326B1D4}" type="datetimeFigureOut">
              <a:rPr lang="ko-KR" altLang="en-US" smtClean="0"/>
              <a:t>2024-08-02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7BC8D8-9EB0-6FE6-5831-B36A2F07A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D9985A-A3CD-B486-EE21-43C45A70A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E0125-855B-4B10-A0FC-52A0160993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6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47245-3196-1111-D975-3B24C16D3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Function Calling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BF1834-8ABE-0769-2486-0E81CC5D4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7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C399A85-788D-29AA-6553-61E47F72F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2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48F32C-C3CB-DC12-E6D5-7EC45E16A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3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2E6413-39BC-8304-6445-74AB724C1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8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1E6E62-25A1-38EA-F058-7E9839526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50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9293B3-A6C6-CB5A-F83F-9F111C4BB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43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ED0D98-E09B-A20F-ACFE-B910708E2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2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57BDD6-02B2-669F-2F76-2A107AAE3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67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5A8104-3801-AC49-1E72-FE6B786AB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7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0163CF-1935-DE88-D414-9093A5BA4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76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7302A1-4509-F522-AB13-C24F125EC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83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5F69266-E83F-4BD5-FACD-69A4BC071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7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34C6D6-563C-15A1-368E-E51A86C87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2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4E6D5F-4F62-2A55-C6A4-3838E423C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2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8BC21A-A241-B39D-0A70-0F6BE0481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87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CD6544-EB13-5114-33E1-D0A024384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98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384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499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25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</Words>
  <Application>Microsoft Office PowerPoint</Application>
  <PresentationFormat>와이드스크린</PresentationFormat>
  <Paragraphs>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Function Calling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 준수</dc:creator>
  <cp:lastModifiedBy>정 준수</cp:lastModifiedBy>
  <cp:revision>8</cp:revision>
  <dcterms:created xsi:type="dcterms:W3CDTF">2024-08-01T21:26:21Z</dcterms:created>
  <dcterms:modified xsi:type="dcterms:W3CDTF">2024-08-02T02:19:49Z</dcterms:modified>
</cp:coreProperties>
</file>